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Montserrat Bold" charset="1" panose="00000800000000000000"/>
      <p:regular r:id="rId7"/>
    </p:embeddedFont>
    <p:embeddedFont>
      <p:font typeface="Canva Sans Bold" charset="1" panose="020B08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71583" y="1011853"/>
            <a:ext cx="4413742" cy="506569"/>
            <a:chOff x="0" y="0"/>
            <a:chExt cx="5884989" cy="67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5868035" cy="658368"/>
            </a:xfrm>
            <a:custGeom>
              <a:avLst/>
              <a:gdLst/>
              <a:ahLst/>
              <a:cxnLst/>
              <a:rect r="r" b="b" t="t" l="l"/>
              <a:pathLst>
                <a:path h="658368" w="5868035">
                  <a:moveTo>
                    <a:pt x="0" y="109728"/>
                  </a:moveTo>
                  <a:cubicBezTo>
                    <a:pt x="0" y="49149"/>
                    <a:pt x="50165" y="0"/>
                    <a:pt x="112268" y="0"/>
                  </a:cubicBezTo>
                  <a:lnTo>
                    <a:pt x="5755767" y="0"/>
                  </a:lnTo>
                  <a:cubicBezTo>
                    <a:pt x="5817743" y="0"/>
                    <a:pt x="5868035" y="49149"/>
                    <a:pt x="5868035" y="109728"/>
                  </a:cubicBezTo>
                  <a:lnTo>
                    <a:pt x="5868035" y="548640"/>
                  </a:lnTo>
                  <a:cubicBezTo>
                    <a:pt x="5868035" y="609219"/>
                    <a:pt x="5817743" y="658368"/>
                    <a:pt x="5755767" y="658368"/>
                  </a:cubicBezTo>
                  <a:lnTo>
                    <a:pt x="112268" y="658368"/>
                  </a:lnTo>
                  <a:cubicBezTo>
                    <a:pt x="50292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85053" cy="675386"/>
            </a:xfrm>
            <a:custGeom>
              <a:avLst/>
              <a:gdLst/>
              <a:ahLst/>
              <a:cxnLst/>
              <a:rect r="r" b="b" t="t" l="l"/>
              <a:pathLst>
                <a:path h="675386" w="5885053">
                  <a:moveTo>
                    <a:pt x="0" y="118237"/>
                  </a:moveTo>
                  <a:cubicBezTo>
                    <a:pt x="0" y="52705"/>
                    <a:pt x="54229" y="0"/>
                    <a:pt x="120777" y="0"/>
                  </a:cubicBezTo>
                  <a:lnTo>
                    <a:pt x="5764276" y="0"/>
                  </a:lnTo>
                  <a:lnTo>
                    <a:pt x="5764276" y="8509"/>
                  </a:lnTo>
                  <a:lnTo>
                    <a:pt x="5764276" y="0"/>
                  </a:lnTo>
                  <a:cubicBezTo>
                    <a:pt x="5830824" y="0"/>
                    <a:pt x="5885053" y="52705"/>
                    <a:pt x="5885053" y="118237"/>
                  </a:cubicBezTo>
                  <a:lnTo>
                    <a:pt x="5876544" y="118237"/>
                  </a:lnTo>
                  <a:lnTo>
                    <a:pt x="5885053" y="118237"/>
                  </a:lnTo>
                  <a:lnTo>
                    <a:pt x="5885053" y="557149"/>
                  </a:lnTo>
                  <a:lnTo>
                    <a:pt x="5876544" y="557149"/>
                  </a:lnTo>
                  <a:lnTo>
                    <a:pt x="5885053" y="557149"/>
                  </a:lnTo>
                  <a:cubicBezTo>
                    <a:pt x="5885053" y="622681"/>
                    <a:pt x="5830824" y="675386"/>
                    <a:pt x="5764276" y="675386"/>
                  </a:cubicBezTo>
                  <a:lnTo>
                    <a:pt x="5764276" y="666877"/>
                  </a:lnTo>
                  <a:lnTo>
                    <a:pt x="5764276" y="675386"/>
                  </a:lnTo>
                  <a:lnTo>
                    <a:pt x="120777" y="675386"/>
                  </a:lnTo>
                  <a:lnTo>
                    <a:pt x="120777" y="666877"/>
                  </a:lnTo>
                  <a:lnTo>
                    <a:pt x="120777" y="675386"/>
                  </a:lnTo>
                  <a:cubicBezTo>
                    <a:pt x="54229" y="675386"/>
                    <a:pt x="0" y="622681"/>
                    <a:pt x="0" y="557149"/>
                  </a:cubicBezTo>
                  <a:lnTo>
                    <a:pt x="0" y="118237"/>
                  </a:lnTo>
                  <a:lnTo>
                    <a:pt x="8509" y="118237"/>
                  </a:lnTo>
                  <a:lnTo>
                    <a:pt x="0" y="118237"/>
                  </a:lnTo>
                  <a:moveTo>
                    <a:pt x="16891" y="118237"/>
                  </a:moveTo>
                  <a:lnTo>
                    <a:pt x="16891" y="557149"/>
                  </a:lnTo>
                  <a:lnTo>
                    <a:pt x="8509" y="557149"/>
                  </a:lnTo>
                  <a:lnTo>
                    <a:pt x="17018" y="557149"/>
                  </a:lnTo>
                  <a:cubicBezTo>
                    <a:pt x="17018" y="612902"/>
                    <a:pt x="63246" y="658368"/>
                    <a:pt x="120777" y="658368"/>
                  </a:cubicBezTo>
                  <a:lnTo>
                    <a:pt x="5764276" y="658368"/>
                  </a:lnTo>
                  <a:cubicBezTo>
                    <a:pt x="5821807" y="658368"/>
                    <a:pt x="5868035" y="612902"/>
                    <a:pt x="5868035" y="557149"/>
                  </a:cubicBezTo>
                  <a:lnTo>
                    <a:pt x="5868035" y="118237"/>
                  </a:lnTo>
                  <a:cubicBezTo>
                    <a:pt x="5868035" y="62484"/>
                    <a:pt x="5821807" y="17018"/>
                    <a:pt x="5764276" y="17018"/>
                  </a:cubicBezTo>
                  <a:lnTo>
                    <a:pt x="120777" y="17018"/>
                  </a:lnTo>
                  <a:lnTo>
                    <a:pt x="120777" y="8509"/>
                  </a:lnTo>
                  <a:lnTo>
                    <a:pt x="120777" y="17018"/>
                  </a:lnTo>
                  <a:cubicBezTo>
                    <a:pt x="63246" y="17018"/>
                    <a:pt x="17018" y="62484"/>
                    <a:pt x="17018" y="118237"/>
                  </a:cubicBezTo>
                  <a:close/>
                </a:path>
              </a:pathLst>
            </a:custGeom>
            <a:solidFill>
              <a:srgbClr val="385D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3479" y="954868"/>
            <a:ext cx="4642367" cy="582548"/>
            <a:chOff x="0" y="0"/>
            <a:chExt cx="6189823" cy="776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6172962" cy="759714"/>
            </a:xfrm>
            <a:custGeom>
              <a:avLst/>
              <a:gdLst/>
              <a:ahLst/>
              <a:cxnLst/>
              <a:rect r="r" b="b" t="t" l="l"/>
              <a:pathLst>
                <a:path h="759714" w="6172962">
                  <a:moveTo>
                    <a:pt x="0" y="126619"/>
                  </a:moveTo>
                  <a:cubicBezTo>
                    <a:pt x="0" y="56642"/>
                    <a:pt x="57785" y="0"/>
                    <a:pt x="129032" y="0"/>
                  </a:cubicBezTo>
                  <a:lnTo>
                    <a:pt x="6043803" y="0"/>
                  </a:lnTo>
                  <a:cubicBezTo>
                    <a:pt x="6115050" y="0"/>
                    <a:pt x="6172962" y="56642"/>
                    <a:pt x="6172962" y="126619"/>
                  </a:cubicBezTo>
                  <a:lnTo>
                    <a:pt x="6172962" y="633095"/>
                  </a:lnTo>
                  <a:cubicBezTo>
                    <a:pt x="6172962" y="703072"/>
                    <a:pt x="6115177" y="759714"/>
                    <a:pt x="6043803" y="759714"/>
                  </a:cubicBezTo>
                  <a:lnTo>
                    <a:pt x="129032" y="759714"/>
                  </a:lnTo>
                  <a:cubicBezTo>
                    <a:pt x="57785" y="759714"/>
                    <a:pt x="0" y="703072"/>
                    <a:pt x="0" y="633095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9853" cy="776732"/>
            </a:xfrm>
            <a:custGeom>
              <a:avLst/>
              <a:gdLst/>
              <a:ahLst/>
              <a:cxnLst/>
              <a:rect r="r" b="b" t="t" l="l"/>
              <a:pathLst>
                <a:path h="776732" w="6189853">
                  <a:moveTo>
                    <a:pt x="0" y="135128"/>
                  </a:moveTo>
                  <a:cubicBezTo>
                    <a:pt x="0" y="60325"/>
                    <a:pt x="61722" y="0"/>
                    <a:pt x="137541" y="0"/>
                  </a:cubicBezTo>
                  <a:lnTo>
                    <a:pt x="6052312" y="0"/>
                  </a:lnTo>
                  <a:lnTo>
                    <a:pt x="6052312" y="8509"/>
                  </a:lnTo>
                  <a:lnTo>
                    <a:pt x="6052312" y="0"/>
                  </a:lnTo>
                  <a:cubicBezTo>
                    <a:pt x="6128131" y="0"/>
                    <a:pt x="6189853" y="60325"/>
                    <a:pt x="6189853" y="135128"/>
                  </a:cubicBezTo>
                  <a:lnTo>
                    <a:pt x="6181344" y="135128"/>
                  </a:lnTo>
                  <a:lnTo>
                    <a:pt x="6189853" y="135128"/>
                  </a:lnTo>
                  <a:lnTo>
                    <a:pt x="6189853" y="641604"/>
                  </a:lnTo>
                  <a:lnTo>
                    <a:pt x="6181344" y="641604"/>
                  </a:lnTo>
                  <a:lnTo>
                    <a:pt x="6189853" y="641604"/>
                  </a:lnTo>
                  <a:cubicBezTo>
                    <a:pt x="6189853" y="716407"/>
                    <a:pt x="6128131" y="776732"/>
                    <a:pt x="6052312" y="776732"/>
                  </a:cubicBezTo>
                  <a:lnTo>
                    <a:pt x="6052312" y="768223"/>
                  </a:lnTo>
                  <a:lnTo>
                    <a:pt x="6052312" y="776732"/>
                  </a:lnTo>
                  <a:lnTo>
                    <a:pt x="137541" y="776732"/>
                  </a:lnTo>
                  <a:lnTo>
                    <a:pt x="137541" y="768223"/>
                  </a:lnTo>
                  <a:lnTo>
                    <a:pt x="137541" y="776732"/>
                  </a:lnTo>
                  <a:cubicBezTo>
                    <a:pt x="61722" y="776732"/>
                    <a:pt x="0" y="716407"/>
                    <a:pt x="0" y="641604"/>
                  </a:cubicBezTo>
                  <a:lnTo>
                    <a:pt x="0" y="135128"/>
                  </a:lnTo>
                  <a:lnTo>
                    <a:pt x="8509" y="135128"/>
                  </a:lnTo>
                  <a:lnTo>
                    <a:pt x="0" y="135128"/>
                  </a:lnTo>
                  <a:moveTo>
                    <a:pt x="16891" y="135128"/>
                  </a:moveTo>
                  <a:lnTo>
                    <a:pt x="16891" y="641604"/>
                  </a:lnTo>
                  <a:lnTo>
                    <a:pt x="8509" y="641604"/>
                  </a:lnTo>
                  <a:lnTo>
                    <a:pt x="17018" y="641604"/>
                  </a:lnTo>
                  <a:cubicBezTo>
                    <a:pt x="17018" y="706755"/>
                    <a:pt x="70866" y="759714"/>
                    <a:pt x="137668" y="759714"/>
                  </a:cubicBezTo>
                  <a:lnTo>
                    <a:pt x="6052312" y="759714"/>
                  </a:lnTo>
                  <a:cubicBezTo>
                    <a:pt x="6119114" y="759714"/>
                    <a:pt x="6172962" y="706628"/>
                    <a:pt x="6172962" y="641604"/>
                  </a:cubicBezTo>
                  <a:lnTo>
                    <a:pt x="6172962" y="135128"/>
                  </a:lnTo>
                  <a:cubicBezTo>
                    <a:pt x="6172962" y="69977"/>
                    <a:pt x="6119114" y="17018"/>
                    <a:pt x="6052312" y="17018"/>
                  </a:cubicBezTo>
                  <a:lnTo>
                    <a:pt x="137541" y="17018"/>
                  </a:lnTo>
                  <a:lnTo>
                    <a:pt x="137541" y="8509"/>
                  </a:lnTo>
                  <a:lnTo>
                    <a:pt x="137541" y="17018"/>
                  </a:lnTo>
                  <a:cubicBezTo>
                    <a:pt x="70739" y="17018"/>
                    <a:pt x="16891" y="70104"/>
                    <a:pt x="16891" y="135128"/>
                  </a:cubicBezTo>
                  <a:close/>
                </a:path>
              </a:pathLst>
            </a:custGeom>
            <a:solidFill>
              <a:srgbClr val="385D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34995" y="0"/>
            <a:ext cx="5077164" cy="1966593"/>
            <a:chOff x="0" y="0"/>
            <a:chExt cx="6769552" cy="262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9608" cy="2622169"/>
            </a:xfrm>
            <a:custGeom>
              <a:avLst/>
              <a:gdLst/>
              <a:ahLst/>
              <a:cxnLst/>
              <a:rect r="r" b="b" t="t" l="l"/>
              <a:pathLst>
                <a:path h="2622169" w="6769608">
                  <a:moveTo>
                    <a:pt x="0" y="0"/>
                  </a:moveTo>
                  <a:lnTo>
                    <a:pt x="6769608" y="0"/>
                  </a:lnTo>
                  <a:lnTo>
                    <a:pt x="6769608" y="2622169"/>
                  </a:lnTo>
                  <a:lnTo>
                    <a:pt x="0" y="26221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11549" y="4188836"/>
            <a:ext cx="2525723" cy="3356085"/>
            <a:chOff x="0" y="0"/>
            <a:chExt cx="3367631" cy="44747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7659" cy="4474718"/>
            </a:xfrm>
            <a:custGeom>
              <a:avLst/>
              <a:gdLst/>
              <a:ahLst/>
              <a:cxnLst/>
              <a:rect r="r" b="b" t="t" l="l"/>
              <a:pathLst>
                <a:path h="4474718" w="3367659">
                  <a:moveTo>
                    <a:pt x="0" y="0"/>
                  </a:moveTo>
                  <a:lnTo>
                    <a:pt x="3367659" y="0"/>
                  </a:lnTo>
                  <a:lnTo>
                    <a:pt x="3367659" y="4474718"/>
                  </a:lnTo>
                  <a:lnTo>
                    <a:pt x="0" y="44747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99640" y="63677"/>
            <a:ext cx="23816" cy="7434790"/>
            <a:chOff x="0" y="0"/>
            <a:chExt cx="31755" cy="99130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" cy="9913112"/>
            </a:xfrm>
            <a:custGeom>
              <a:avLst/>
              <a:gdLst/>
              <a:ahLst/>
              <a:cxnLst/>
              <a:rect r="r" b="b" t="t" l="l"/>
              <a:pathLst>
                <a:path h="9913112" w="31750">
                  <a:moveTo>
                    <a:pt x="31750" y="15875"/>
                  </a:moveTo>
                  <a:lnTo>
                    <a:pt x="31750" y="9897237"/>
                  </a:lnTo>
                  <a:cubicBezTo>
                    <a:pt x="31750" y="9906000"/>
                    <a:pt x="24638" y="9913112"/>
                    <a:pt x="15875" y="9913112"/>
                  </a:cubicBezTo>
                  <a:cubicBezTo>
                    <a:pt x="7112" y="9913112"/>
                    <a:pt x="0" y="9906000"/>
                    <a:pt x="0" y="9897237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40446" y="1954787"/>
            <a:ext cx="23816" cy="5544305"/>
            <a:chOff x="0" y="0"/>
            <a:chExt cx="31755" cy="73924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750" cy="7392416"/>
            </a:xfrm>
            <a:custGeom>
              <a:avLst/>
              <a:gdLst/>
              <a:ahLst/>
              <a:cxnLst/>
              <a:rect r="r" b="b" t="t" l="l"/>
              <a:pathLst>
                <a:path h="7392416" w="31750">
                  <a:moveTo>
                    <a:pt x="31750" y="15875"/>
                  </a:moveTo>
                  <a:lnTo>
                    <a:pt x="31750" y="7376541"/>
                  </a:lnTo>
                  <a:cubicBezTo>
                    <a:pt x="31750" y="7385304"/>
                    <a:pt x="24638" y="7392416"/>
                    <a:pt x="15875" y="7392416"/>
                  </a:cubicBezTo>
                  <a:cubicBezTo>
                    <a:pt x="7112" y="7392416"/>
                    <a:pt x="0" y="7385304"/>
                    <a:pt x="0" y="7376541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88713" y="4173979"/>
            <a:ext cx="2811039" cy="1719281"/>
            <a:chOff x="0" y="0"/>
            <a:chExt cx="3748052" cy="22923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48024" cy="2292350"/>
            </a:xfrm>
            <a:custGeom>
              <a:avLst/>
              <a:gdLst/>
              <a:ahLst/>
              <a:cxnLst/>
              <a:rect r="r" b="b" t="t" l="l"/>
              <a:pathLst>
                <a:path h="2292350" w="3748024">
                  <a:moveTo>
                    <a:pt x="0" y="0"/>
                  </a:moveTo>
                  <a:lnTo>
                    <a:pt x="3748024" y="0"/>
                  </a:lnTo>
                  <a:lnTo>
                    <a:pt x="3748024" y="2292350"/>
                  </a:lnTo>
                  <a:lnTo>
                    <a:pt x="0" y="22923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81250" y="4162071"/>
            <a:ext cx="23816" cy="3336396"/>
            <a:chOff x="0" y="0"/>
            <a:chExt cx="31755" cy="44485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50" cy="4448556"/>
            </a:xfrm>
            <a:custGeom>
              <a:avLst/>
              <a:gdLst/>
              <a:ahLst/>
              <a:cxnLst/>
              <a:rect r="r" b="b" t="t" l="l"/>
              <a:pathLst>
                <a:path h="4448556" w="31750">
                  <a:moveTo>
                    <a:pt x="31750" y="15875"/>
                  </a:moveTo>
                  <a:lnTo>
                    <a:pt x="31750" y="4432681"/>
                  </a:lnTo>
                  <a:cubicBezTo>
                    <a:pt x="31750" y="4441444"/>
                    <a:pt x="24638" y="4448556"/>
                    <a:pt x="15875" y="4448556"/>
                  </a:cubicBezTo>
                  <a:cubicBezTo>
                    <a:pt x="7112" y="4448556"/>
                    <a:pt x="0" y="4441444"/>
                    <a:pt x="0" y="4432681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6435" y="211061"/>
            <a:ext cx="2482097" cy="7246306"/>
          </a:xfrm>
          <a:custGeom>
            <a:avLst/>
            <a:gdLst/>
            <a:ahLst/>
            <a:cxnLst/>
            <a:rect r="r" b="b" t="t" l="l"/>
            <a:pathLst>
              <a:path h="7246306" w="2482097">
                <a:moveTo>
                  <a:pt x="0" y="0"/>
                </a:moveTo>
                <a:lnTo>
                  <a:pt x="2482097" y="0"/>
                </a:lnTo>
                <a:lnTo>
                  <a:pt x="2482097" y="7246306"/>
                </a:lnTo>
                <a:lnTo>
                  <a:pt x="0" y="7246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2799640" y="1942899"/>
            <a:ext cx="5105426" cy="23816"/>
            <a:chOff x="0" y="0"/>
            <a:chExt cx="6807235" cy="317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07200" cy="31750"/>
            </a:xfrm>
            <a:custGeom>
              <a:avLst/>
              <a:gdLst/>
              <a:ahLst/>
              <a:cxnLst/>
              <a:rect r="r" b="b" t="t" l="l"/>
              <a:pathLst>
                <a:path h="31750" w="6807200">
                  <a:moveTo>
                    <a:pt x="15875" y="0"/>
                  </a:moveTo>
                  <a:lnTo>
                    <a:pt x="6791325" y="0"/>
                  </a:lnTo>
                  <a:cubicBezTo>
                    <a:pt x="6800088" y="0"/>
                    <a:pt x="6807200" y="7112"/>
                    <a:pt x="6807200" y="15875"/>
                  </a:cubicBezTo>
                  <a:cubicBezTo>
                    <a:pt x="6807200" y="24638"/>
                    <a:pt x="6800088" y="31750"/>
                    <a:pt x="6791325" y="31750"/>
                  </a:cubicBez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ubicBezTo>
                    <a:pt x="0" y="7112"/>
                    <a:pt x="7112" y="0"/>
                    <a:pt x="1587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99640" y="4166876"/>
            <a:ext cx="5105426" cy="33868"/>
            <a:chOff x="0" y="0"/>
            <a:chExt cx="6807235" cy="45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07200" cy="45212"/>
            </a:xfrm>
            <a:custGeom>
              <a:avLst/>
              <a:gdLst/>
              <a:ahLst/>
              <a:cxnLst/>
              <a:rect r="r" b="b" t="t" l="l"/>
              <a:pathLst>
                <a:path h="45212" w="6807200">
                  <a:moveTo>
                    <a:pt x="6791452" y="31750"/>
                  </a:moveTo>
                  <a:lnTo>
                    <a:pt x="15875" y="45212"/>
                  </a:lnTo>
                  <a:cubicBezTo>
                    <a:pt x="7112" y="45212"/>
                    <a:pt x="0" y="38100"/>
                    <a:pt x="0" y="29337"/>
                  </a:cubicBezTo>
                  <a:cubicBezTo>
                    <a:pt x="0" y="20574"/>
                    <a:pt x="7112" y="13462"/>
                    <a:pt x="15875" y="13462"/>
                  </a:cubicBezTo>
                  <a:lnTo>
                    <a:pt x="6791325" y="0"/>
                  </a:lnTo>
                  <a:cubicBezTo>
                    <a:pt x="6800088" y="0"/>
                    <a:pt x="6807200" y="7112"/>
                    <a:pt x="6807200" y="15875"/>
                  </a:cubicBezTo>
                  <a:cubicBezTo>
                    <a:pt x="6807200" y="24638"/>
                    <a:pt x="6800088" y="31750"/>
                    <a:pt x="6791325" y="317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-10800000">
            <a:off x="2799640" y="2607120"/>
            <a:ext cx="5105426" cy="23816"/>
            <a:chOff x="0" y="0"/>
            <a:chExt cx="6807235" cy="31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7200" cy="31750"/>
            </a:xfrm>
            <a:custGeom>
              <a:avLst/>
              <a:gdLst/>
              <a:ahLst/>
              <a:cxnLst/>
              <a:rect r="r" b="b" t="t" l="l"/>
              <a:pathLst>
                <a:path h="31750" w="6807200">
                  <a:moveTo>
                    <a:pt x="15875" y="0"/>
                  </a:moveTo>
                  <a:lnTo>
                    <a:pt x="6791325" y="0"/>
                  </a:lnTo>
                  <a:cubicBezTo>
                    <a:pt x="6800088" y="0"/>
                    <a:pt x="6807200" y="7112"/>
                    <a:pt x="6807200" y="15875"/>
                  </a:cubicBezTo>
                  <a:cubicBezTo>
                    <a:pt x="6807200" y="24638"/>
                    <a:pt x="6800088" y="31750"/>
                    <a:pt x="6791325" y="31750"/>
                  </a:cubicBez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ubicBezTo>
                    <a:pt x="0" y="7112"/>
                    <a:pt x="7112" y="0"/>
                    <a:pt x="1587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064631" y="178643"/>
            <a:ext cx="767367" cy="379429"/>
            <a:chOff x="0" y="0"/>
            <a:chExt cx="1023157" cy="5059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3112" cy="505968"/>
            </a:xfrm>
            <a:custGeom>
              <a:avLst/>
              <a:gdLst/>
              <a:ahLst/>
              <a:cxnLst/>
              <a:rect r="r" b="b" t="t" l="l"/>
              <a:pathLst>
                <a:path h="505968" w="1023112">
                  <a:moveTo>
                    <a:pt x="0" y="0"/>
                  </a:moveTo>
                  <a:lnTo>
                    <a:pt x="1023112" y="0"/>
                  </a:lnTo>
                  <a:lnTo>
                    <a:pt x="1023112" y="505968"/>
                  </a:lnTo>
                  <a:lnTo>
                    <a:pt x="0" y="505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5" t="0" r="-1019" b="1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908578" y="114317"/>
            <a:ext cx="650332" cy="495553"/>
            <a:chOff x="0" y="0"/>
            <a:chExt cx="867109" cy="6607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7156" cy="660781"/>
            </a:xfrm>
            <a:custGeom>
              <a:avLst/>
              <a:gdLst/>
              <a:ahLst/>
              <a:cxnLst/>
              <a:rect r="r" b="b" t="t" l="l"/>
              <a:pathLst>
                <a:path h="660781" w="867156">
                  <a:moveTo>
                    <a:pt x="0" y="0"/>
                  </a:moveTo>
                  <a:lnTo>
                    <a:pt x="867156" y="0"/>
                  </a:lnTo>
                  <a:lnTo>
                    <a:pt x="867156" y="660781"/>
                  </a:lnTo>
                  <a:lnTo>
                    <a:pt x="0" y="660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15" r="5" b="-1560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876856" y="5875408"/>
            <a:ext cx="2772496" cy="35704"/>
            <a:chOff x="0" y="0"/>
            <a:chExt cx="3696661" cy="47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96716" cy="47752"/>
            </a:xfrm>
            <a:custGeom>
              <a:avLst/>
              <a:gdLst/>
              <a:ahLst/>
              <a:cxnLst/>
              <a:rect r="r" b="b" t="t" l="l"/>
              <a:pathLst>
                <a:path h="47752" w="3696716">
                  <a:moveTo>
                    <a:pt x="3680714" y="47625"/>
                  </a:moveTo>
                  <a:lnTo>
                    <a:pt x="15748" y="31750"/>
                  </a:lnTo>
                  <a:cubicBezTo>
                    <a:pt x="6985" y="31750"/>
                    <a:pt x="0" y="24638"/>
                    <a:pt x="0" y="15748"/>
                  </a:cubicBezTo>
                  <a:cubicBezTo>
                    <a:pt x="0" y="6858"/>
                    <a:pt x="7239" y="0"/>
                    <a:pt x="16002" y="0"/>
                  </a:cubicBezTo>
                  <a:lnTo>
                    <a:pt x="3680841" y="15875"/>
                  </a:lnTo>
                  <a:cubicBezTo>
                    <a:pt x="3689604" y="15875"/>
                    <a:pt x="3696716" y="23114"/>
                    <a:pt x="3696589" y="31877"/>
                  </a:cubicBezTo>
                  <a:cubicBezTo>
                    <a:pt x="3696462" y="40640"/>
                    <a:pt x="3689350" y="47752"/>
                    <a:pt x="3680587" y="476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3850" y="63677"/>
            <a:ext cx="23816" cy="7435103"/>
            <a:chOff x="0" y="0"/>
            <a:chExt cx="31755" cy="9913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750" cy="9913493"/>
            </a:xfrm>
            <a:custGeom>
              <a:avLst/>
              <a:gdLst/>
              <a:ahLst/>
              <a:cxnLst/>
              <a:rect r="r" b="b" t="t" l="l"/>
              <a:pathLst>
                <a:path h="9913493" w="31750">
                  <a:moveTo>
                    <a:pt x="31750" y="15875"/>
                  </a:moveTo>
                  <a:lnTo>
                    <a:pt x="31750" y="9897618"/>
                  </a:lnTo>
                  <a:cubicBezTo>
                    <a:pt x="31750" y="9906381"/>
                    <a:pt x="24638" y="9913493"/>
                    <a:pt x="15875" y="9913493"/>
                  </a:cubicBezTo>
                  <a:cubicBezTo>
                    <a:pt x="7112" y="9913493"/>
                    <a:pt x="0" y="9906381"/>
                    <a:pt x="0" y="9897618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653217" y="63677"/>
            <a:ext cx="23818" cy="7435415"/>
            <a:chOff x="0" y="0"/>
            <a:chExt cx="31757" cy="99138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750" cy="9913874"/>
            </a:xfrm>
            <a:custGeom>
              <a:avLst/>
              <a:gdLst/>
              <a:ahLst/>
              <a:cxnLst/>
              <a:rect r="r" b="b" t="t" l="l"/>
              <a:pathLst>
                <a:path h="9913874" w="31750">
                  <a:moveTo>
                    <a:pt x="31750" y="15875"/>
                  </a:moveTo>
                  <a:lnTo>
                    <a:pt x="31750" y="9897999"/>
                  </a:lnTo>
                  <a:cubicBezTo>
                    <a:pt x="31750" y="9906762"/>
                    <a:pt x="24638" y="9913874"/>
                    <a:pt x="15875" y="9913874"/>
                  </a:cubicBezTo>
                  <a:cubicBezTo>
                    <a:pt x="7112" y="9913874"/>
                    <a:pt x="0" y="9906762"/>
                    <a:pt x="0" y="9897999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3850" y="63677"/>
            <a:ext cx="10653184" cy="23816"/>
            <a:chOff x="0" y="0"/>
            <a:chExt cx="14204245" cy="317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204187" cy="31750"/>
            </a:xfrm>
            <a:custGeom>
              <a:avLst/>
              <a:gdLst/>
              <a:ahLst/>
              <a:cxnLst/>
              <a:rect r="r" b="b" t="t" l="l"/>
              <a:pathLst>
                <a:path h="31750" w="14204187">
                  <a:moveTo>
                    <a:pt x="14188312" y="31750"/>
                  </a:move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ubicBezTo>
                    <a:pt x="0" y="7112"/>
                    <a:pt x="7112" y="0"/>
                    <a:pt x="15875" y="0"/>
                  </a:cubicBezTo>
                  <a:lnTo>
                    <a:pt x="14188312" y="0"/>
                  </a:lnTo>
                  <a:cubicBezTo>
                    <a:pt x="14197076" y="0"/>
                    <a:pt x="14204187" y="7112"/>
                    <a:pt x="14204187" y="15875"/>
                  </a:cubicBezTo>
                  <a:cubicBezTo>
                    <a:pt x="14204187" y="24638"/>
                    <a:pt x="14197076" y="31750"/>
                    <a:pt x="14188312" y="317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3850" y="7463388"/>
            <a:ext cx="10653169" cy="35079"/>
            <a:chOff x="0" y="0"/>
            <a:chExt cx="14204225" cy="467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204187" cy="46736"/>
            </a:xfrm>
            <a:custGeom>
              <a:avLst/>
              <a:gdLst/>
              <a:ahLst/>
              <a:cxnLst/>
              <a:rect r="r" b="b" t="t" l="l"/>
              <a:pathLst>
                <a:path h="46736" w="14204187">
                  <a:moveTo>
                    <a:pt x="14188312" y="31750"/>
                  </a:moveTo>
                  <a:lnTo>
                    <a:pt x="15875" y="46736"/>
                  </a:lnTo>
                  <a:cubicBezTo>
                    <a:pt x="7112" y="46736"/>
                    <a:pt x="0" y="39624"/>
                    <a:pt x="0" y="30861"/>
                  </a:cubicBezTo>
                  <a:cubicBezTo>
                    <a:pt x="0" y="22098"/>
                    <a:pt x="7112" y="14986"/>
                    <a:pt x="15875" y="14986"/>
                  </a:cubicBezTo>
                  <a:lnTo>
                    <a:pt x="14188312" y="0"/>
                  </a:lnTo>
                  <a:cubicBezTo>
                    <a:pt x="14197076" y="0"/>
                    <a:pt x="14204187" y="7112"/>
                    <a:pt x="14204187" y="15875"/>
                  </a:cubicBezTo>
                  <a:cubicBezTo>
                    <a:pt x="14204187" y="24638"/>
                    <a:pt x="14197076" y="31750"/>
                    <a:pt x="14188312" y="317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876908" y="4170984"/>
            <a:ext cx="2772496" cy="35704"/>
            <a:chOff x="0" y="0"/>
            <a:chExt cx="3696661" cy="47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96716" cy="47752"/>
            </a:xfrm>
            <a:custGeom>
              <a:avLst/>
              <a:gdLst/>
              <a:ahLst/>
              <a:cxnLst/>
              <a:rect r="r" b="b" t="t" l="l"/>
              <a:pathLst>
                <a:path h="47752" w="3696716">
                  <a:moveTo>
                    <a:pt x="3680714" y="47625"/>
                  </a:moveTo>
                  <a:lnTo>
                    <a:pt x="15748" y="31750"/>
                  </a:lnTo>
                  <a:cubicBezTo>
                    <a:pt x="6985" y="31750"/>
                    <a:pt x="0" y="24638"/>
                    <a:pt x="0" y="15748"/>
                  </a:cubicBezTo>
                  <a:cubicBezTo>
                    <a:pt x="0" y="6858"/>
                    <a:pt x="7239" y="0"/>
                    <a:pt x="16002" y="0"/>
                  </a:cubicBezTo>
                  <a:lnTo>
                    <a:pt x="3680841" y="15875"/>
                  </a:lnTo>
                  <a:cubicBezTo>
                    <a:pt x="3689604" y="15875"/>
                    <a:pt x="3696716" y="23114"/>
                    <a:pt x="3696589" y="31877"/>
                  </a:cubicBezTo>
                  <a:cubicBezTo>
                    <a:pt x="3696462" y="40640"/>
                    <a:pt x="3689350" y="47752"/>
                    <a:pt x="3680587" y="476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81250" y="63677"/>
            <a:ext cx="23816" cy="4170673"/>
            <a:chOff x="0" y="0"/>
            <a:chExt cx="31755" cy="55608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750" cy="5560949"/>
            </a:xfrm>
            <a:custGeom>
              <a:avLst/>
              <a:gdLst/>
              <a:ahLst/>
              <a:cxnLst/>
              <a:rect r="r" b="b" t="t" l="l"/>
              <a:pathLst>
                <a:path h="5560949" w="31750">
                  <a:moveTo>
                    <a:pt x="31750" y="15875"/>
                  </a:moveTo>
                  <a:lnTo>
                    <a:pt x="31750" y="5545074"/>
                  </a:lnTo>
                  <a:cubicBezTo>
                    <a:pt x="31750" y="5553837"/>
                    <a:pt x="24638" y="5560949"/>
                    <a:pt x="15875" y="5560949"/>
                  </a:cubicBezTo>
                  <a:cubicBezTo>
                    <a:pt x="7112" y="5560949"/>
                    <a:pt x="0" y="5553837"/>
                    <a:pt x="0" y="5545074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7969309" y="922091"/>
            <a:ext cx="2569667" cy="1226922"/>
          </a:xfrm>
          <a:custGeom>
            <a:avLst/>
            <a:gdLst/>
            <a:ahLst/>
            <a:cxnLst/>
            <a:rect r="r" b="b" t="t" l="l"/>
            <a:pathLst>
              <a:path h="1226922" w="2569667">
                <a:moveTo>
                  <a:pt x="0" y="0"/>
                </a:moveTo>
                <a:lnTo>
                  <a:pt x="2569667" y="0"/>
                </a:lnTo>
                <a:lnTo>
                  <a:pt x="2569667" y="1226922"/>
                </a:lnTo>
                <a:lnTo>
                  <a:pt x="0" y="1226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433257" y="5228705"/>
            <a:ext cx="2398741" cy="1011252"/>
          </a:xfrm>
          <a:custGeom>
            <a:avLst/>
            <a:gdLst/>
            <a:ahLst/>
            <a:cxnLst/>
            <a:rect r="r" b="b" t="t" l="l"/>
            <a:pathLst>
              <a:path h="1011252" w="2398741">
                <a:moveTo>
                  <a:pt x="0" y="0"/>
                </a:moveTo>
                <a:lnTo>
                  <a:pt x="2398741" y="0"/>
                </a:lnTo>
                <a:lnTo>
                  <a:pt x="2398741" y="1011252"/>
                </a:lnTo>
                <a:lnTo>
                  <a:pt x="0" y="1011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930788" y="2046858"/>
            <a:ext cx="2343411" cy="46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Components/Algorithms/Tech Stack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479037" y="2165867"/>
            <a:ext cx="2261904" cy="22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50537" y="4237697"/>
            <a:ext cx="2309456" cy="2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295499" y="5952930"/>
            <a:ext cx="1935313" cy="22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688057" y="4623712"/>
            <a:ext cx="2614289" cy="267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Requireme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 Capture: Identify stakeholder roles (admin, instructor, learn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er) and compliance constraints.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rchitecture &amp; Data Modeling: Design modular MVC backend with Mongoose schemas for quizzes, questions, results, proctoring events.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ecure Authentication Layer: Implement JWT with refresh tokens, OAuth, and optional 2FA; enforce RBAC middleware.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Quiz Authoring &amp; Delivery: Build question banks, randomization, adaptive difficulty, timed/untimed modes, and code execution sandbox.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Driven Proctoring: Use webcam feeds + face-api.js for facial landmarks, integrate browser event listeners for tab focus, compute violation scores.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Monitoring &amp; Notifications: Stream events via Socket.io dashboards for instructors and flag anomalies.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nalytics &amp; Reporting: Aggregate results, generate insights (accuracy, time, integrity metrics), and provide export features.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</a:t>
            </a: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uality Assurance: Automated Jest/Vitest suites, linting, Dockerized staging, user acceptance testing with seeded personas.</a:t>
            </a:r>
          </a:p>
          <a:p>
            <a:pPr algn="just" marL="255338" indent="-85113" lvl="2">
              <a:lnSpc>
                <a:spcPts val="892"/>
              </a:lnSpc>
              <a:buFont typeface="Arial"/>
              <a:buChar char="⚬"/>
            </a:pPr>
            <a:r>
              <a:rPr lang="en-US" b="true" sz="59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Deployment: Containerized stack on Docker, configurable .env, optional cloud scaling.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08376" y="394900"/>
            <a:ext cx="2309456" cy="2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64743" y="4257894"/>
            <a:ext cx="2309456" cy="22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387979" y="4247276"/>
            <a:ext cx="2444019" cy="21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Flowchart/Block diagram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6435" y="445387"/>
            <a:ext cx="2309456" cy="2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987" y="1499371"/>
            <a:ext cx="2383904" cy="435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49"/>
              </a:lnSpc>
            </a:pP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Deliver a Smart Quiz Platform that fuses intelligent assessment, AI-driven proctoring, and actionable analytics to uphold academic integrity in any modality.</a:t>
            </a:r>
          </a:p>
          <a:p>
            <a:pPr algn="just">
              <a:lnSpc>
                <a:spcPts val="1249"/>
              </a:lnSpc>
            </a:pP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Empower administrators, instructors, and learners through personalized quiz delivery, role-based access, and transparent performance insights that drive continuous improvement.</a:t>
            </a:r>
          </a:p>
          <a:p>
            <a:pPr algn="just">
              <a:lnSpc>
                <a:spcPts val="1249"/>
              </a:lnSpc>
            </a:pP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 a trustworthy remote testing environment by combining biometric verification, behavioral anomaly detection, and real-time alerts that deter malpractice without degrading user experience.</a:t>
            </a:r>
          </a:p>
          <a:p>
            <a:pPr algn="just">
              <a:lnSpc>
                <a:spcPts val="1249"/>
              </a:lnSpc>
            </a:pP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Establish an extensible foundation—Dockerized deployments, modular MERN architecture, and open APIs—that accelerates institutional adoption, third-party integrations, and future innovations like adaptive learning paths and LMS connectors.</a:t>
            </a:r>
          </a:p>
          <a:p>
            <a:pPr algn="just">
              <a:lnSpc>
                <a:spcPts val="1250"/>
              </a:lnSpc>
            </a:pP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Champion learner equity by pairing accessibility-first UI, code-execution sandboxes, and adaptive remediation with analytics that surface at-risk candidates early.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745207" y="2648616"/>
            <a:ext cx="2557139" cy="164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13"/>
              </a:lnSpc>
            </a:pP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Frontend: React 18 + Vite, Redux Toolkit, Tailwind CSS, Chart.js/Recharts, face-api.js.</a:t>
            </a:r>
          </a:p>
          <a:p>
            <a:pPr algn="just">
              <a:lnSpc>
                <a:spcPts val="913"/>
              </a:lnSpc>
            </a:pP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&amp; Data: Node.js 18 with Express.js, MongoDB via Mongoose, Passport.js (OAuth), JWT + refresh tokens, Socket.io.</a:t>
            </a:r>
          </a:p>
          <a:p>
            <a:pPr algn="just">
              <a:lnSpc>
                <a:spcPts val="913"/>
              </a:lnSpc>
            </a:pP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ecurity &amp; Proctoring: AI facial recognition and behavior scoring, tab-switch detection, helmet, Joi validation, rate limiting.</a:t>
            </a:r>
          </a:p>
          <a:p>
            <a:pPr algn="just">
              <a:lnSpc>
                <a:spcPts val="913"/>
              </a:lnSpc>
            </a:pP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nalytics &amp; Automation: MongoDB aggregations, performance dashboards, exportable CSV/PDF reports, automated grading pipeline.</a:t>
            </a:r>
          </a:p>
          <a:p>
            <a:pPr algn="just">
              <a:lnSpc>
                <a:spcPts val="913"/>
              </a:lnSpc>
            </a:pPr>
            <a:r>
              <a:rPr lang="en-US" b="true" sz="64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DevOps &amp; QA: Docker Compose, Nginx reverse proxy option, seeded demo scripts, Jest/Vitest test suites.</a:t>
            </a:r>
          </a:p>
          <a:p>
            <a:pPr algn="just">
              <a:lnSpc>
                <a:spcPts val="913"/>
              </a:lnSpc>
            </a:pPr>
          </a:p>
          <a:p>
            <a:pPr algn="just">
              <a:lnSpc>
                <a:spcPts val="9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5387979" y="2808660"/>
            <a:ext cx="2411610" cy="118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5289" indent="-41763" lvl="2">
              <a:lnSpc>
                <a:spcPts val="999"/>
              </a:lnSpc>
              <a:buFont typeface="Arial"/>
              <a:buChar char="⚬"/>
            </a:pP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</a:t>
            </a: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versities conducting remote midterms/finals.</a:t>
            </a:r>
          </a:p>
          <a:p>
            <a:pPr algn="just" marL="125356" indent="-41785" lvl="2">
              <a:lnSpc>
                <a:spcPts val="999"/>
              </a:lnSpc>
              <a:buFont typeface="Arial"/>
              <a:buChar char="⚬"/>
            </a:pP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Corporate compliance training and certification.</a:t>
            </a:r>
          </a:p>
          <a:p>
            <a:pPr algn="just" marL="125289" indent="-41763" lvl="2">
              <a:lnSpc>
                <a:spcPts val="999"/>
              </a:lnSpc>
              <a:buFont typeface="Arial"/>
              <a:buChar char="⚬"/>
            </a:pP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MOOC providers needing scalable, integrity-focused assessments.</a:t>
            </a:r>
          </a:p>
          <a:p>
            <a:pPr algn="just" marL="125289" indent="-41763" lvl="2">
              <a:lnSpc>
                <a:spcPts val="999"/>
              </a:lnSpc>
              <a:buFont typeface="Arial"/>
              <a:buChar char="⚬"/>
            </a:pP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</a:t>
            </a: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ional licensure exams with remote candidates.</a:t>
            </a:r>
          </a:p>
          <a:p>
            <a:pPr algn="l">
              <a:lnSpc>
                <a:spcPts val="999"/>
              </a:lnSpc>
            </a:pP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K-12</a:t>
            </a:r>
            <a:r>
              <a:rPr lang="en-US" b="true" sz="8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institutions adopting blended or flipped classrooms.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905066" y="2363973"/>
            <a:ext cx="272801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Verified pro</a:t>
            </a:r>
            <a:r>
              <a:rPr lang="en-US" sz="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totype with seeded datasets d</a:t>
            </a:r>
            <a:r>
              <a:rPr lang="en-US" sz="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emonstrating multi-role workflows, live proctoring aler</a:t>
            </a:r>
            <a:r>
              <a:rPr lang="en-US" sz="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ts, and analytics dashboards.</a:t>
            </a:r>
          </a:p>
          <a:p>
            <a:pPr algn="l">
              <a:lnSpc>
                <a:spcPts val="1080"/>
              </a:lnSpc>
            </a:pPr>
            <a:r>
              <a:rPr lang="en-US" sz="9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Reduced manual oversight via automated violation scoring and consolidated reporting.</a:t>
            </a:r>
          </a:p>
          <a:p>
            <a:pPr algn="l" marL="54308" indent="-27154" lvl="1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Positive usability feedback from demo users on clarity of dashboards and proctoring transparency.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977310" y="4644574"/>
            <a:ext cx="2603663" cy="108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56"/>
              </a:lnSpc>
            </a:pPr>
            <a:r>
              <a:rPr lang="en-US" b="true" sz="956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</a:t>
            </a:r>
            <a:r>
              <a:rPr lang="en-US" b="true" sz="956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 Quiz Platform integrates secure assessment delivery with AI proctoring and actionable analytics, aligning with contemporary research on academic integrity and adaptive learning.</a:t>
            </a:r>
          </a:p>
          <a:p>
            <a:pPr algn="just">
              <a:lnSpc>
                <a:spcPts val="956"/>
              </a:lnSpc>
            </a:pPr>
            <a:r>
              <a:rPr lang="en-US" b="true" sz="956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Modular architecture supports future extensions (pose estimation, LMS integration) and scalability across educational contexts.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962216" y="6166349"/>
            <a:ext cx="2618757" cy="117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1"/>
              </a:lnSpc>
            </a:pP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Meta Landys (2025). “Enhancing Online STEM Education: Impacts of Pre-Released Exam Materials and Remo</a:t>
            </a: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 Proctoring Requirements.” Online Learning Journal, 29(3). DOI: 10.24059/olj.v29i3.4743. Explores remote proctoring’s effect on performance and anxiety—useful for proctoring justification.</a:t>
            </a:r>
          </a:p>
          <a:p>
            <a:pPr algn="just">
              <a:lnSpc>
                <a:spcPts val="471"/>
              </a:lnSpc>
            </a:pP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Yaqub, Mohanty &amp; Suleiman (2023). “Proctoring Online Exam Using Eye Tracking.” In Proceedings of the 20th International Conference on Security and Cryptography. DOI: 10.5220/0012120600003555. Presents eye-tracking-based proctoring mechanics; informs AI proctoring module.</a:t>
            </a:r>
          </a:p>
          <a:p>
            <a:pPr algn="just">
              <a:lnSpc>
                <a:spcPts val="471"/>
              </a:lnSpc>
            </a:pP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Rawashdeh &amp; Rawashdeh (2023). “Online Exam Proctoring: Challenges, Timeline, and a Proposed Custom Rule-Based Online Proctoring Exam Framework.” In Future Technologies Conference 2023 (LNNS, vol. 543). DOI: 10.1007/978-3-031-47448-4_28. Offers design considerations and rule-based safeguards aligning with violation scoring.</a:t>
            </a:r>
          </a:p>
          <a:p>
            <a:pPr algn="just">
              <a:lnSpc>
                <a:spcPts val="471"/>
              </a:lnSpc>
            </a:pP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INVIG-AI Team (2025). “INVIG-AI Online Exam Proctoring System.” IRJMETS, May 2025. DOI: 10.56726/irjmets75406. Describes AI-driven posture/facial analytics for integrity monitoring.</a:t>
            </a:r>
          </a:p>
          <a:p>
            <a:pPr algn="just">
              <a:lnSpc>
                <a:spcPts val="471"/>
              </a:lnSpc>
            </a:pP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Jiyou &amp; Yunfan (2022). “The Design, Implementation and Pilot Application of an Intelligent Online Proctoring System for Online Exams.” Interactive Technology and Smart Education, 19(1), 112–120. DOI: 10.1108/ITSE-12-2020-0246. Discusses intelligent proctoring architecture—parallels current system.</a:t>
            </a:r>
          </a:p>
          <a:p>
            <a:pPr algn="l">
              <a:lnSpc>
                <a:spcPts val="471"/>
              </a:lnSpc>
            </a:pPr>
            <a:r>
              <a:rPr lang="en-US" sz="39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Ross et al. (2018). “Adaptive Quizzes to Increase Motivation, Engagement and Learning Outcomes.” International Journal of Educational Technology in Higher Education, 15(1). DOI: 10.1186/s41239-018-0113-2. Supports adaptive quiz bank and analytics components.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081643" y="691422"/>
            <a:ext cx="4647886" cy="19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"/>
              </a:lnSpc>
            </a:pPr>
            <a:r>
              <a:rPr lang="en-US" b="true" sz="1160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</a:t>
            </a:r>
            <a:r>
              <a:rPr lang="en-US" b="true" sz="1160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ARTMENT OF ARTIFICIAL INTELLIGENCE AND DATA SCIENCE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641487" y="975939"/>
            <a:ext cx="3391570" cy="29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"/>
              </a:lnSpc>
            </a:pPr>
            <a:r>
              <a:rPr lang="en-US" b="true" sz="896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  <a:r>
              <a:rPr lang="en-US" b="true" sz="896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de: Assistant Prof. Diksha Bharawa</a:t>
            </a:r>
          </a:p>
          <a:p>
            <a:pPr algn="ctr">
              <a:lnSpc>
                <a:spcPts val="1254"/>
              </a:lnSpc>
            </a:pPr>
            <a:r>
              <a:rPr lang="en-US" b="true" sz="896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Students: Yash, Chetan, Aman, Shashank, Vanisha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69451" y="1332953"/>
            <a:ext cx="4941990" cy="4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2583" b="true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QUIZ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DAG0JS3OTkw</dc:identifier>
  <dcterms:modified xsi:type="dcterms:W3CDTF">2011-08-01T06:04:30Z</dcterms:modified>
  <cp:revision>1</cp:revision>
  <dc:title>ProjectPoster_2025-26_AD_VII-05_TeamLeader.pptx</dc:title>
</cp:coreProperties>
</file>